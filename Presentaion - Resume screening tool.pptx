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4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03C3C-87B6-25D9-182D-BA1253BFD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777C7F-3827-0E9F-2302-850DDAEDAE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84465-2302-77B2-6ECF-300C0A735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6365-1C75-4AAE-B7DE-C852BB14DBFC}" type="datetimeFigureOut">
              <a:rPr lang="en-US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A8EA4-8E5C-61CF-7126-8D239FA1C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B5D87-40BB-4D30-A081-026F39C35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E3975-D967-43A8-8503-F682E069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16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F0983-94B5-0DB1-5096-77158E69E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2BFBF-CA80-6FE0-BFFE-5D156CB0C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61154-19A4-83B4-3AB3-38844859F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6365-1C75-4AAE-B7DE-C852BB14DBFC}" type="datetimeFigureOut">
              <a:rPr lang="en-US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3B6B5-E554-2252-7E4A-2B54A4DEB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C3B4B-D542-CF8A-4D6D-48A100901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E3975-D967-43A8-8503-F682E069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24FEE-DD6B-E2B7-3E25-CCF56C3BA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1C370-42F6-7DE9-560C-9C6A1D062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DA312-F248-1C22-3F99-BA69B3FD4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6365-1C75-4AAE-B7DE-C852BB14DBFC}" type="datetimeFigureOut">
              <a:rPr lang="en-US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60B56-C814-F9E5-C6BC-695E5C47A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B30E7-B848-52A9-5262-733927BA4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E3975-D967-43A8-8503-F682E069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7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95BEC-A7A4-0603-5BD4-570A8F707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801FD-79A8-B23C-D6C6-8397F7406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DF77D-2FD6-3646-7675-5FCA12966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DF35A9-8F46-E32C-16FA-60AC01F45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6365-1C75-4AAE-B7DE-C852BB14DBFC}" type="datetimeFigureOut">
              <a:rPr lang="en-US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8FF7A-FDB0-B15F-ECAB-2CB2D9594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35FBB-0364-5B39-70BF-36DE67FE2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E3975-D967-43A8-8503-F682E069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2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7D44F-5DCF-B111-8617-0D934883D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0BC8B-183C-8FA1-052B-F7D5442CB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7F01B-07FC-86F0-D02F-D4EB2447F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5DE36-FDA4-77AB-7F3B-F1AF1F2DFA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D0F94D-0616-111D-448B-D852825CE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154E1A-463C-E589-EC48-ACDA97938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6365-1C75-4AAE-B7DE-C852BB14DBFC}" type="datetimeFigureOut">
              <a:rPr lang="en-US" smtClean="0"/>
              <a:t>18-08-2026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D1B6CC-8B15-3C59-2A8E-E61C46D5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260C32-A7E1-CD10-429A-D1DE87995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E3975-D967-43A8-8503-F682E069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419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185D9-96FF-67CE-65DE-1BE1E5960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FE2FB-E571-828B-53D9-130E54195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6365-1C75-4AAE-B7DE-C852BB14DBFC}" type="datetimeFigureOut">
              <a:rPr lang="en-US" smtClean="0"/>
              <a:t>18-08-2026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E3405-F385-46D0-1367-A1F0720D5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4F12ED-B83F-21DF-9AA2-148698DCE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E3975-D967-43A8-8503-F682E069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002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196296-69E6-03F1-CEC0-A9FA41D6E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6365-1C75-4AAE-B7DE-C852BB14DBFC}" type="datetimeFigureOut">
              <a:rPr lang="en-US" smtClean="0"/>
              <a:t>18-08-2026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EBD853-27B4-118A-156A-AADDA4BA1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E0EF5-B3A0-4730-9166-8D5BC5988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E3975-D967-43A8-8503-F682E069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77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9673E-F0FF-9444-BF61-D1DE1DDF1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B07D6-E8B2-8C47-7468-3D50D9960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F9450-AD39-2D7C-E35C-6B02799AC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6A1962-858F-4A93-8B4C-ECD5197FD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6365-1C75-4AAE-B7DE-C852BB14DBFC}" type="datetimeFigureOut">
              <a:rPr lang="en-US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7EA7A-F6C2-84AC-3B02-D6F8F0032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00D95-7B19-3E43-12B2-F99CC75A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E3975-D967-43A8-8503-F682E069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32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597E5-528B-AFD1-0BA7-88DA941E9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1A8E77-C0D0-9899-60A6-C27538129F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2C8FF-BA21-A085-3851-65076C8D9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1B4D78-2AD6-8B71-3D79-FE18CAB1B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6365-1C75-4AAE-B7DE-C852BB14DBFC}" type="datetimeFigureOut">
              <a:rPr lang="en-US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64D9A-C2DA-8706-1B23-E1463059B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84594-9560-3834-D20E-548661757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E3975-D967-43A8-8503-F682E069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01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846DE-E8AC-4B70-05F6-C906D95DE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6DF93-5D32-15A7-DF11-507B14983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1F783-368E-8377-5E82-362A2443B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6365-1C75-4AAE-B7DE-C852BB14DBFC}" type="datetimeFigureOut">
              <a:rPr lang="en-US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6C135-B2B0-10FB-9313-145FF8162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E1DC4-00D3-663D-27AD-70AE55C2C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E3975-D967-43A8-8503-F682E069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73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CFBDC-8E5C-77B1-DAB3-5191B47FB9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81CD4E-24B6-2D95-9885-A6CBB5589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17274-C0F4-F888-87AB-7F33AE846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6365-1C75-4AAE-B7DE-C852BB14DBFC}" type="datetimeFigureOut">
              <a:rPr lang="en-US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F2715-AF70-D631-F5E7-E127FBE39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AB73C-E867-6B5F-E2B4-599B7C68F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E3975-D967-43A8-8503-F682E069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23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4DD16E-7EEF-EBC2-BC67-E4B131491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EE35C-32E7-D933-FFAA-AB8EF79BC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4448F-F247-0E0A-BE90-949492481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16365-1C75-4AAE-B7DE-C852BB14DBFC}" type="datetimeFigureOut">
              <a:rPr lang="en-US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EE737-D1A2-2F30-B88F-B67C0F656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01238-29D7-F74F-87C7-971EAF30A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1E3975-D967-43A8-8503-F682E069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63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5" r:id="rId1"/>
    <p:sldLayoutId id="2147483976" r:id="rId2"/>
    <p:sldLayoutId id="2147483977" r:id="rId3"/>
    <p:sldLayoutId id="2147483978" r:id="rId4"/>
    <p:sldLayoutId id="2147483979" r:id="rId5"/>
    <p:sldLayoutId id="2147483980" r:id="rId6"/>
    <p:sldLayoutId id="2147483981" r:id="rId7"/>
    <p:sldLayoutId id="2147483982" r:id="rId8"/>
    <p:sldLayoutId id="2147483983" r:id="rId9"/>
    <p:sldLayoutId id="2147483984" r:id="rId10"/>
    <p:sldLayoutId id="21474839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87D7-3724-96B0-9667-61C60E8B6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0955" y="1966452"/>
            <a:ext cx="8274001" cy="2596557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Screening Tool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06C7C0-FBFC-4449-6300-3C3717B7D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0761" y="4869030"/>
            <a:ext cx="5384232" cy="381396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project</a:t>
            </a:r>
          </a:p>
        </p:txBody>
      </p:sp>
    </p:spTree>
    <p:extLst>
      <p:ext uri="{BB962C8B-B14F-4D97-AF65-F5344CB8AC3E}">
        <p14:creationId xmlns:p14="http://schemas.microsoft.com/office/powerpoint/2010/main" val="2319415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B3BB-E779-565F-D4DB-EECE86372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DD18A-455E-4047-5554-34CAA6E2D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Automate the initial resume screening process.</a:t>
            </a:r>
          </a:p>
          <a:p>
            <a:pPr lvl="0"/>
            <a:r>
              <a:rPr lang="en-US" dirty="0"/>
              <a:t>Compare resumes with a Job Description.</a:t>
            </a:r>
          </a:p>
          <a:p>
            <a:pPr lvl="0"/>
            <a:r>
              <a:rPr lang="en-US" dirty="0"/>
              <a:t>Identify matching and missing skills.</a:t>
            </a:r>
          </a:p>
          <a:p>
            <a:pPr lvl="0"/>
            <a:r>
              <a:rPr lang="en-US" dirty="0"/>
              <a:t>Evaluate candidate education.</a:t>
            </a:r>
          </a:p>
          <a:p>
            <a:pPr lvl="0"/>
            <a:r>
              <a:rPr lang="en-US" dirty="0"/>
              <a:t>Measure job-specific relevance.</a:t>
            </a:r>
          </a:p>
          <a:p>
            <a:pPr lvl="0"/>
            <a:r>
              <a:rPr lang="en-US" dirty="0"/>
              <a:t>Calculate an overall screening score.</a:t>
            </a:r>
          </a:p>
          <a:p>
            <a:pPr lvl="0"/>
            <a:r>
              <a:rPr lang="en-US" dirty="0"/>
              <a:t>Filter candidates based on eligibility.</a:t>
            </a:r>
          </a:p>
          <a:p>
            <a:pPr lvl="0"/>
            <a:r>
              <a:rPr lang="en-US" dirty="0"/>
              <a:t>Rank eligible candidates.</a:t>
            </a:r>
          </a:p>
          <a:p>
            <a:pPr lvl="0"/>
            <a:r>
              <a:rPr lang="en-US" dirty="0"/>
              <a:t>Provide explainable screening results.</a:t>
            </a:r>
          </a:p>
          <a:p>
            <a:pPr lvl="0"/>
            <a:r>
              <a:rPr lang="en-US" dirty="0"/>
              <a:t>Display results through an interactive web interface.</a:t>
            </a:r>
          </a:p>
        </p:txBody>
      </p:sp>
    </p:spTree>
    <p:extLst>
      <p:ext uri="{BB962C8B-B14F-4D97-AF65-F5344CB8AC3E}">
        <p14:creationId xmlns:p14="http://schemas.microsoft.com/office/powerpoint/2010/main" val="4109898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89AEE-59FA-8341-D35C-074BF933D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CA477-4800-133D-FF98-C971C7D9C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2481 resumes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 resume categories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ACCOUNTANT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ADVOCATE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APPAREL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AUTOMOBILE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AVIATION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BUSINESS-DEVELOPMENT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CHEF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CONSULTANT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DIGITAL-MEDIA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INFORMATION-TECHNOLOGY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PUBLIC-RELATIONS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</a:t>
            </a:r>
          </a:p>
        </p:txBody>
      </p:sp>
    </p:spTree>
    <p:extLst>
      <p:ext uri="{BB962C8B-B14F-4D97-AF65-F5344CB8AC3E}">
        <p14:creationId xmlns:p14="http://schemas.microsoft.com/office/powerpoint/2010/main" val="2417021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945C3-2D46-BF60-7DD4-08EE1E1D7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609C5-E081-CFB9-D2C6-7CA856C48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D7E4F-D1C3-16CD-A104-580DA86D8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and logistic regression = 65.79% and after tuning = 68.79%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Bigram TF-IDF = 66.40%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= 20.12%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 are: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and NumPy for data processing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for TF-IDF and Logistic Regression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LSTM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NLTK for NLP experiments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for extracting patterns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PyPDF2 for PDFs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python-docx for DOCX files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 for the web application.   </a:t>
            </a:r>
          </a:p>
        </p:txBody>
      </p:sp>
    </p:spTree>
    <p:extLst>
      <p:ext uri="{BB962C8B-B14F-4D97-AF65-F5344CB8AC3E}">
        <p14:creationId xmlns:p14="http://schemas.microsoft.com/office/powerpoint/2010/main" val="1483248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DE45B-4D4A-40BB-10DD-F6A4EF68B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37861-6A8D-8742-A3B4-CF8CE614E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13" y="681037"/>
            <a:ext cx="10789674" cy="6583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Screening Score &amp; Recommendation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C63F6-E1A7-DD25-C084-4E6820BB7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Match       10%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Match        20%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Match              40%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Relevance           30%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Screening Score = (Experience Match × 0.10) + (Education Match × 0.20) + (Skills Match × 0.40) + (Job Relevance × 0.30)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Score &gt;= 70→ Good Match</a:t>
            </a:r>
          </a:p>
          <a:p>
            <a:r>
              <a:rPr lang="en-US" dirty="0"/>
              <a:t>Score &gt;= 50→ Moderate Match</a:t>
            </a:r>
          </a:p>
          <a:p>
            <a:r>
              <a:rPr lang="en-US" dirty="0"/>
              <a:t>Score &lt; 50→ Weak Match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553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B3A21-CB3C-6D5D-7DCF-1C87BD9DC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426"/>
            <a:ext cx="12192000" cy="2674373"/>
          </a:xfrm>
        </p:spPr>
        <p:txBody>
          <a:bodyPr>
            <a:normAutofit/>
          </a:bodyPr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140690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234</Words>
  <Application>Microsoft Office PowerPoint</Application>
  <PresentationFormat>Widescreen</PresentationFormat>
  <Paragraphs>65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Resume Screening Tool</vt:lpstr>
      <vt:lpstr>Objective</vt:lpstr>
      <vt:lpstr>Kaggle Dataset</vt:lpstr>
      <vt:lpstr>Model</vt:lpstr>
      <vt:lpstr>Screening Score &amp; Recommendation System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Shruti Umredkar</dc:creator>
  <cp:lastModifiedBy>Shruti Umredkar</cp:lastModifiedBy>
  <cp:revision>3</cp:revision>
  <dcterms:created xsi:type="dcterms:W3CDTF">2026-08-17T09:37:04Z</dcterms:created>
  <dcterms:modified xsi:type="dcterms:W3CDTF">2026-08-18T09:07:24Z</dcterms:modified>
</cp:coreProperties>
</file>